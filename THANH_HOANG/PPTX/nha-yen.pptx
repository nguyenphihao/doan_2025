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20" y="3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37420-F2C6-AD4B-07E9-ACACBDCE67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59BDCD-56C0-090E-90CB-0CDE6FC0BE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332A3-57A6-404A-541E-E63291717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98BAE-A483-4C3A-8C84-5B0A43EFEBFD}" type="datetimeFigureOut">
              <a:rPr lang="vi-VN" smtClean="0"/>
              <a:t>08/12/2025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E2365-5FC1-2DD3-A673-2F3F239A3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B390E-EAC5-301B-79AE-0AFC02531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3E2E1-607E-4C4A-9484-796FF781CD9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12291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F0404-25C7-0803-E74C-6EE4F3AAF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00DCF-1B24-DF2E-20BE-5BC073637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31FEB2-B03D-F248-C14B-424088EDD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98BAE-A483-4C3A-8C84-5B0A43EFEBFD}" type="datetimeFigureOut">
              <a:rPr lang="vi-VN" smtClean="0"/>
              <a:t>08/12/2025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694F7-A18A-6EB0-6B1D-411784A51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91350-4266-3CA3-B7F8-71B2CF29C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3E2E1-607E-4C4A-9484-796FF781CD9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72977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F4799-2E62-BA15-3813-44DF44689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FB9198-AF59-2250-4366-7457DD8C6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BC16E6-1E88-CC57-69C8-C1A9EBFD3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98BAE-A483-4C3A-8C84-5B0A43EFEBFD}" type="datetimeFigureOut">
              <a:rPr lang="vi-VN" smtClean="0"/>
              <a:t>08/12/2025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EA3B0-AF55-049D-BD7B-8D95BE678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5C4D0-AD47-532E-E722-746CED13B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3E2E1-607E-4C4A-9484-796FF781CD9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72123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F01B5-53BD-D4D7-3142-9E60D485F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F5C82-94B8-EE67-5650-057F4307DD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5FBBFE-E60D-5361-E467-B779714781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78A4EC-0AD8-16F2-9802-A1B02A6AF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98BAE-A483-4C3A-8C84-5B0A43EFEBFD}" type="datetimeFigureOut">
              <a:rPr lang="vi-VN" smtClean="0"/>
              <a:t>08/12/2025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226F3F-4BE9-0817-D857-DFA350086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61A14-F438-7F4B-1E28-ACE6D9708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3E2E1-607E-4C4A-9484-796FF781CD9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86743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22EDF-A706-0DDD-3BE9-BF6B03B27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53631-554D-86A4-FC0C-6E08941F4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FBE72E-73C4-0A04-A384-6C88DF179B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92298B-2426-282E-B3AB-841EC95394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4BE53B-CDB3-53E5-F87A-654348FE21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C7F3AB-D840-1AEA-2B03-D81577356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98BAE-A483-4C3A-8C84-5B0A43EFEBFD}" type="datetimeFigureOut">
              <a:rPr lang="vi-VN" smtClean="0"/>
              <a:t>08/12/2025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F2E7A8-96B5-C7E4-AA66-9195EDDCB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55805C-7C5E-BA28-F553-54028BE7D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3E2E1-607E-4C4A-9484-796FF781CD9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52808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12A7C-8638-B51E-4366-570277CBE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B8D648-46C0-7EEC-9EE8-1E31A5F29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98BAE-A483-4C3A-8C84-5B0A43EFEBFD}" type="datetimeFigureOut">
              <a:rPr lang="vi-VN" smtClean="0"/>
              <a:t>08/12/2025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8CAA7B-A59F-3E89-733C-54984B24F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D8011C-B656-D5AC-3D0F-3F6E275E2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3E2E1-607E-4C4A-9484-796FF781CD9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33855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A1CFC0-273D-A62A-EE8F-D04D3D3AE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98BAE-A483-4C3A-8C84-5B0A43EFEBFD}" type="datetimeFigureOut">
              <a:rPr lang="vi-VN" smtClean="0"/>
              <a:t>08/12/2025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8A827D-A0DF-07C1-C3B4-B5440AF45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B1A731-5407-BCF7-0CD5-DFF983D1B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3E2E1-607E-4C4A-9484-796FF781CD9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6442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A4206-FF10-A05A-3F2F-E0F063CE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8A7DE-B4FE-3CFF-6824-E10FF4CF5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715671-580F-9872-A5BA-95364DE2FD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0CF84D-7986-11B4-81E7-0ADEA2E00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98BAE-A483-4C3A-8C84-5B0A43EFEBFD}" type="datetimeFigureOut">
              <a:rPr lang="vi-VN" smtClean="0"/>
              <a:t>08/12/2025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6554A8-F14F-0868-466B-1E19DD498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189312-40A7-985B-19B6-8218EF6E7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3E2E1-607E-4C4A-9484-796FF781CD9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17017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F92F2-D087-98B6-B6D9-FE5E988E2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7C1DAB-3D86-DCB6-D190-50BD294E4D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60C8E6-6D83-230C-EAB4-7B22C44654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105C39-3E0A-8651-B04F-FC2577E48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98BAE-A483-4C3A-8C84-5B0A43EFEBFD}" type="datetimeFigureOut">
              <a:rPr lang="vi-VN" smtClean="0"/>
              <a:t>08/12/2025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7B2849-3E39-7602-A23E-34AC36524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14E13B-443A-41B3-921E-5725FDEFA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3E2E1-607E-4C4A-9484-796FF781CD9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1275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7A8D9-58AB-4209-7894-12C7D5920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94D182-C89A-1575-A81C-0DCB387110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19CC8-1FA0-C2B6-5ACC-5E9CB6CAD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98BAE-A483-4C3A-8C84-5B0A43EFEBFD}" type="datetimeFigureOut">
              <a:rPr lang="vi-VN" smtClean="0"/>
              <a:t>08/12/2025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48FB5-FAD5-1940-E6EE-915AE15F3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0CB76-E1AD-7F09-D5FA-F502C2B34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3E2E1-607E-4C4A-9484-796FF781CD9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436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76B852-2A2A-1763-67C7-10FFF1B0EF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B0FA08-5438-858D-CFDD-719FA06EA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C3BD5-9F41-8CDE-4D3E-B4643A88B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98BAE-A483-4C3A-8C84-5B0A43EFEBFD}" type="datetimeFigureOut">
              <a:rPr lang="vi-VN" smtClean="0"/>
              <a:t>08/12/2025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CB1B41-A145-98C9-6EF2-62FE8191A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56298-20E6-67E3-7EA0-DBBA1CC61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3E2E1-607E-4C4A-9484-796FF781CD9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86141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2A0C17-EA90-FD65-695A-70C01CB0C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3A84C6-5E26-26FC-4BE0-BAD2EA6D8D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D65EF-69CB-1805-7139-CC883EFC4A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898BAE-A483-4C3A-8C84-5B0A43EFEBFD}" type="datetimeFigureOut">
              <a:rPr lang="vi-VN" smtClean="0"/>
              <a:t>08/12/2025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B770E-336B-0ED2-32A6-7EB9D19D40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3EEB2-2C4D-54F8-4C4B-BA8F29B3A3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13E2E1-607E-4C4A-9484-796FF781CD9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55574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98CE521-EB96-F491-9C31-488AB50AC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9125"/>
            <a:ext cx="12192000" cy="59088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E86773-99A6-B32D-C814-2D10DED1BFF0}"/>
              </a:ext>
            </a:extLst>
          </p:cNvPr>
          <p:cNvSpPr txBox="1"/>
          <p:nvPr/>
        </p:nvSpPr>
        <p:spPr>
          <a:xfrm>
            <a:off x="347241" y="312516"/>
            <a:ext cx="4185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1. Giao diện chính của bảng điều khiển</a:t>
            </a:r>
          </a:p>
        </p:txBody>
      </p:sp>
    </p:spTree>
    <p:extLst>
      <p:ext uri="{BB962C8B-B14F-4D97-AF65-F5344CB8AC3E}">
        <p14:creationId xmlns:p14="http://schemas.microsoft.com/office/powerpoint/2010/main" val="3811683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997FF-2D62-F35B-A81D-7D1787E54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16826FD-5245-2CBA-2AF9-FDF80C87C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8021"/>
            <a:ext cx="12226763" cy="57699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18DC53-DD96-2E03-F06C-C4D40915303F}"/>
              </a:ext>
            </a:extLst>
          </p:cNvPr>
          <p:cNvSpPr txBox="1"/>
          <p:nvPr/>
        </p:nvSpPr>
        <p:spPr>
          <a:xfrm>
            <a:off x="173621" y="249384"/>
            <a:ext cx="6111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/>
              <a:t>2. Các tính năng khác trong bảng điều khiển</a:t>
            </a:r>
          </a:p>
        </p:txBody>
      </p:sp>
    </p:spTree>
    <p:extLst>
      <p:ext uri="{BB962C8B-B14F-4D97-AF65-F5344CB8AC3E}">
        <p14:creationId xmlns:p14="http://schemas.microsoft.com/office/powerpoint/2010/main" val="365977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B2930-3C84-20BC-B0E8-07693471A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phone&#10;&#10;AI-generated content may be incorrect.">
            <a:extLst>
              <a:ext uri="{FF2B5EF4-FFF2-40B4-BE49-F238E27FC236}">
                <a16:creationId xmlns:a16="http://schemas.microsoft.com/office/drawing/2014/main" id="{CA84F6F0-521D-E8A1-33B9-E0B4657EB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3413" y="-81024"/>
            <a:ext cx="7168587" cy="69390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3F0CAE-3BAD-646B-DBDC-B04EFD567271}"/>
              </a:ext>
            </a:extLst>
          </p:cNvPr>
          <p:cNvSpPr txBox="1"/>
          <p:nvPr/>
        </p:nvSpPr>
        <p:spPr>
          <a:xfrm>
            <a:off x="83916" y="57873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/>
              <a:t>3. Thời tiết</a:t>
            </a:r>
          </a:p>
        </p:txBody>
      </p:sp>
    </p:spTree>
    <p:extLst>
      <p:ext uri="{BB962C8B-B14F-4D97-AF65-F5344CB8AC3E}">
        <p14:creationId xmlns:p14="http://schemas.microsoft.com/office/powerpoint/2010/main" val="427818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19DEB-6BEA-8A98-3E1E-3D4E28CDE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297B7B7-2A3A-1C17-687C-B75F68C52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6809"/>
            <a:ext cx="5704288" cy="5711191"/>
          </a:xfrm>
          <a:prstGeom prst="rect">
            <a:avLst/>
          </a:prstGeom>
        </p:spPr>
      </p:pic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BAD2F9D9-A02B-6033-C681-701A251C8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4288" y="1146809"/>
            <a:ext cx="6487712" cy="57111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63A3B5-CC6F-E440-13B0-2D19892B0940}"/>
              </a:ext>
            </a:extLst>
          </p:cNvPr>
          <p:cNvSpPr txBox="1"/>
          <p:nvPr/>
        </p:nvSpPr>
        <p:spPr>
          <a:xfrm>
            <a:off x="1930" y="300942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/>
              <a:t>4. Báo cáo điện năng</a:t>
            </a:r>
          </a:p>
        </p:txBody>
      </p:sp>
    </p:spTree>
    <p:extLst>
      <p:ext uri="{BB962C8B-B14F-4D97-AF65-F5344CB8AC3E}">
        <p14:creationId xmlns:p14="http://schemas.microsoft.com/office/powerpoint/2010/main" val="2065464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3FE78-E54A-8672-9072-06F1FB08C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video chat&#10;&#10;AI-generated content may be incorrect.">
            <a:extLst>
              <a:ext uri="{FF2B5EF4-FFF2-40B4-BE49-F238E27FC236}">
                <a16:creationId xmlns:a16="http://schemas.microsoft.com/office/drawing/2014/main" id="{8730E898-89F3-6E75-7E5A-F68EEDA79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250066"/>
            <a:ext cx="6331352" cy="5607933"/>
          </a:xfrm>
          <a:prstGeom prst="rect">
            <a:avLst/>
          </a:prstGeom>
        </p:spPr>
      </p:pic>
      <p:pic>
        <p:nvPicPr>
          <p:cNvPr id="6" name="Picture 5" descr="A screenshot of a chat&#10;&#10;AI-generated content may be incorrect.">
            <a:extLst>
              <a:ext uri="{FF2B5EF4-FFF2-40B4-BE49-F238E27FC236}">
                <a16:creationId xmlns:a16="http://schemas.microsoft.com/office/drawing/2014/main" id="{3E4E1070-F7BA-375B-8241-EAB656A26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351" y="1250067"/>
            <a:ext cx="5860648" cy="56079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50DAFA3-1318-314E-41DD-2D47CB74A2D1}"/>
              </a:ext>
            </a:extLst>
          </p:cNvPr>
          <p:cNvSpPr txBox="1"/>
          <p:nvPr/>
        </p:nvSpPr>
        <p:spPr>
          <a:xfrm>
            <a:off x="1930" y="341981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/>
              <a:t>5. </a:t>
            </a:r>
            <a:r>
              <a:rPr lang="vi-VN" dirty="0" err="1"/>
              <a:t>Camera</a:t>
            </a:r>
            <a:r>
              <a:rPr lang="vi-VN" dirty="0"/>
              <a:t> giám sát </a:t>
            </a:r>
          </a:p>
        </p:txBody>
      </p:sp>
    </p:spTree>
    <p:extLst>
      <p:ext uri="{BB962C8B-B14F-4D97-AF65-F5344CB8AC3E}">
        <p14:creationId xmlns:p14="http://schemas.microsoft.com/office/powerpoint/2010/main" val="1422477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BD3A3-9938-A720-18CA-12BD06B8C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lorful table with numbers and text&#10;&#10;AI-generated content may be incorrect.">
            <a:extLst>
              <a:ext uri="{FF2B5EF4-FFF2-40B4-BE49-F238E27FC236}">
                <a16:creationId xmlns:a16="http://schemas.microsoft.com/office/drawing/2014/main" id="{705ED4FA-7665-1582-1A34-0997ADA1D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292" y="448634"/>
            <a:ext cx="6259707" cy="3295593"/>
          </a:xfrm>
          <a:prstGeom prst="rect">
            <a:avLst/>
          </a:prstGeom>
        </p:spPr>
      </p:pic>
      <p:pic>
        <p:nvPicPr>
          <p:cNvPr id="7" name="Picture 6" descr="A white and blue table with black text&#10;&#10;AI-generated content may be incorrect.">
            <a:extLst>
              <a:ext uri="{FF2B5EF4-FFF2-40B4-BE49-F238E27FC236}">
                <a16:creationId xmlns:a16="http://schemas.microsoft.com/office/drawing/2014/main" id="{7EFD4698-9DCA-45D1-DFD9-DBA98357C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3744227"/>
            <a:ext cx="6096001" cy="3113773"/>
          </a:xfrm>
          <a:prstGeom prst="rect">
            <a:avLst/>
          </a:prstGeom>
        </p:spPr>
      </p:pic>
      <p:pic>
        <p:nvPicPr>
          <p:cNvPr id="9" name="Picture 8" descr="A green and white table with white text&#10;&#10;AI-generated content may be incorrect.">
            <a:extLst>
              <a:ext uri="{FF2B5EF4-FFF2-40B4-BE49-F238E27FC236}">
                <a16:creationId xmlns:a16="http://schemas.microsoft.com/office/drawing/2014/main" id="{A688B4D6-5E2E-2CEB-CA0C-A485095523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3744227"/>
            <a:ext cx="6096001" cy="311377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D5E1C8A-5EBF-5E1B-EF00-3D0ADEE09DE9}"/>
              </a:ext>
            </a:extLst>
          </p:cNvPr>
          <p:cNvSpPr txBox="1"/>
          <p:nvPr/>
        </p:nvSpPr>
        <p:spPr>
          <a:xfrm>
            <a:off x="95491" y="263968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/>
              <a:t>6. Thống kê</a:t>
            </a:r>
          </a:p>
        </p:txBody>
      </p:sp>
    </p:spTree>
    <p:extLst>
      <p:ext uri="{BB962C8B-B14F-4D97-AF65-F5344CB8AC3E}">
        <p14:creationId xmlns:p14="http://schemas.microsoft.com/office/powerpoint/2010/main" val="3006618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62900-B836-CF46-3C52-57AFA891E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5454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38</Words>
  <Application>Microsoft Office PowerPoint</Application>
  <PresentationFormat>Widescreen</PresentationFormat>
  <Paragraphs>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Đại Nguyễn Hữu</dc:creator>
  <cp:lastModifiedBy>Đại Nguyễn Hữu</cp:lastModifiedBy>
  <cp:revision>1</cp:revision>
  <dcterms:created xsi:type="dcterms:W3CDTF">2025-12-08T09:39:49Z</dcterms:created>
  <dcterms:modified xsi:type="dcterms:W3CDTF">2025-12-08T10:27:25Z</dcterms:modified>
</cp:coreProperties>
</file>