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  <p:sldId id="259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7420-F2C6-AD4B-07E9-ACACBDCE6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9BDCD-56C0-090E-90CB-0CDE6FC0B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332A3-57A6-404A-541E-E6329171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2365-5FC1-2DD3-A673-2F3F239A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390E-EAC5-301B-79AE-0AFC0253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229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0404-25C7-0803-E74C-6EE4F3AA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0DCF-1B24-DF2E-20BE-5BC07363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1FEB2-B03D-F248-C14B-424088ED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694F7-A18A-6EB0-6B1D-411784A5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1350-4266-3CA3-B7F8-71B2CF29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72977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4799-2E62-BA15-3813-44DF4468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B9198-AF59-2250-4366-7457DD8C6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C16E6-1E88-CC57-69C8-C1A9EBFD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EA3B0-AF55-049D-BD7B-8D95BE67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C4D0-AD47-532E-E722-746CED13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212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01B5-53BD-D4D7-3142-9E60D485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5C82-94B8-EE67-5650-057F4307D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FBBFE-E60D-5361-E467-B77971478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8A4EC-0AD8-16F2-9802-A1B02A6A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26F3F-4BE9-0817-D857-DFA35008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61A14-F438-7F4B-1E28-ACE6D970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674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2EDF-A706-0DDD-3BE9-BF6B03B2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53631-554D-86A4-FC0C-6E08941F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BE72E-73C4-0A04-A384-6C88DF179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2298B-2426-282E-B3AB-841EC9539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BE53B-CDB3-53E5-F87A-654348FE2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7F3AB-D840-1AEA-2B03-D8157735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2E7A8-96B5-C7E4-AA66-9195EDDC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5805C-7C5E-BA28-F553-54028BE7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280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2A7C-8638-B51E-4366-570277CB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8D648-46C0-7EEC-9EE8-1E31A5F2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CAA7B-A59F-3E89-733C-54984B24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8011C-B656-D5AC-3D0F-3F6E275E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385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1CFC0-273D-A62A-EE8F-D04D3D3A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A827D-A0DF-07C1-C3B4-B5440AF4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1A731-5407-BCF7-0CD5-DFF983D1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44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4206-FF10-A05A-3F2F-E0F063CE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8A7DE-B4FE-3CFF-6824-E10FF4CF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15671-580F-9872-A5BA-95364DE2F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CF84D-7986-11B4-81E7-0ADEA2E0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554A8-F14F-0868-466B-1E19DD49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89312-40A7-985B-19B6-8218EF6E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701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92F2-D087-98B6-B6D9-FE5E988E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C1DAB-3D86-DCB6-D190-50BD294E4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0C8E6-6D83-230C-EAB4-7B22C446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05C39-3E0A-8651-B04F-FC2577E4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B2849-3E39-7602-A23E-34AC3652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4E13B-443A-41B3-921E-5725FDEF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27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A8D9-58AB-4209-7894-12C7D592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4D182-C89A-1575-A81C-0DCB38711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9CC8-1FA0-C2B6-5ACC-5E9CB6CA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48FB5-FAD5-1940-E6EE-915AE15F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CB76-E1AD-7F09-D5FA-F502C2B3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3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6B852-2A2A-1763-67C7-10FFF1B0E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0FA08-5438-858D-CFDD-719FA06EA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C3BD5-9F41-8CDE-4D3E-B4643A88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B1B41-A145-98C9-6EF2-62FE8191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56298-20E6-67E3-7EA0-DBBA1CC6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61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A0C17-EA90-FD65-695A-70C01CB0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A84C6-5E26-26FC-4BE0-BAD2EA6D8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D65EF-69CB-1805-7139-CC883EFC4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98BAE-A483-4C3A-8C84-5B0A43EFEBFD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770E-336B-0ED2-32A6-7EB9D19D4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3EEB2-2C4D-54F8-4C4B-BA8F29B3A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3E2E1-607E-4C4A-9484-796FF781CD9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557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E86773-99A6-B32D-C814-2D10DED1BFF0}"/>
              </a:ext>
            </a:extLst>
          </p:cNvPr>
          <p:cNvSpPr txBox="1"/>
          <p:nvPr/>
        </p:nvSpPr>
        <p:spPr>
          <a:xfrm>
            <a:off x="347241" y="31251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1. Giao diện chính của bảng điều khiển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9AF37-CE35-F759-B2E5-1BEE0D659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53" y="0"/>
            <a:ext cx="10768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8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997FF-2D62-F35B-A81D-7D1787E5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18DC53-DD96-2E03-F06C-C4D40915303F}"/>
              </a:ext>
            </a:extLst>
          </p:cNvPr>
          <p:cNvSpPr txBox="1"/>
          <p:nvPr/>
        </p:nvSpPr>
        <p:spPr>
          <a:xfrm>
            <a:off x="173621" y="249384"/>
            <a:ext cx="6111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2. Các tính năng khác trong bảng điều khiển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2E072-F06C-B902-6AD6-A6523188A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04" y="0"/>
            <a:ext cx="10687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2930-3C84-20BC-B0E8-07693471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3F0CAE-3BAD-646B-DBDC-B04EFD567271}"/>
              </a:ext>
            </a:extLst>
          </p:cNvPr>
          <p:cNvSpPr txBox="1"/>
          <p:nvPr/>
        </p:nvSpPr>
        <p:spPr>
          <a:xfrm>
            <a:off x="83916" y="5787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3. Thời tiết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C7AD04-3A28-D10A-6134-84A18E80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12" y="794970"/>
            <a:ext cx="5382376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9DEB-6BEA-8A98-3E1E-3D4E28CD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063A3B5-CC6F-E440-13B0-2D19892B0940}"/>
              </a:ext>
            </a:extLst>
          </p:cNvPr>
          <p:cNvSpPr txBox="1"/>
          <p:nvPr/>
        </p:nvSpPr>
        <p:spPr>
          <a:xfrm>
            <a:off x="1930" y="30094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4. Báo cáo điện năng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6D7A2-A176-6C36-A3C9-263FAA144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759" y="564997"/>
            <a:ext cx="5420481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6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6F90EE-5D5E-1E2C-C7B8-E0366FF2F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49" y="466311"/>
            <a:ext cx="5391902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3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FE78-E54A-8672-9072-06F1FB08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50DAFA3-1318-314E-41DD-2D47CB74A2D1}"/>
              </a:ext>
            </a:extLst>
          </p:cNvPr>
          <p:cNvSpPr txBox="1"/>
          <p:nvPr/>
        </p:nvSpPr>
        <p:spPr>
          <a:xfrm>
            <a:off x="1930" y="34198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5. </a:t>
            </a:r>
            <a:r>
              <a:rPr lang="vi-VN" dirty="0" err="1"/>
              <a:t>Camera</a:t>
            </a:r>
            <a:r>
              <a:rPr lang="vi-VN" dirty="0"/>
              <a:t> giám sát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2B04A-0285-D6D4-48D6-C1A8CA30C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502" y="1970542"/>
            <a:ext cx="5516724" cy="3457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D46027-45E9-10DF-E215-7C8BFF560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345" y="1070517"/>
            <a:ext cx="5922096" cy="33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7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34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Đại Nguyễn Hữu</dc:creator>
  <cp:lastModifiedBy>Đại Nguyễn Hữu</cp:lastModifiedBy>
  <cp:revision>7</cp:revision>
  <dcterms:created xsi:type="dcterms:W3CDTF">2025-12-08T09:39:49Z</dcterms:created>
  <dcterms:modified xsi:type="dcterms:W3CDTF">2025-12-21T06:14:27Z</dcterms:modified>
</cp:coreProperties>
</file>